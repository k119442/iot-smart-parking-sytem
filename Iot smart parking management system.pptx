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9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5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7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4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4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6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5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248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416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92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99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6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47816-7BA5-4EA0-995F-FAB20DEB025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7330EF-8EF0-43E2-B530-E00B8D0DE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53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  <p:sldLayoutId id="2147483959" r:id="rId13"/>
    <p:sldLayoutId id="2147483960" r:id="rId14"/>
    <p:sldLayoutId id="2147483961" r:id="rId15"/>
    <p:sldLayoutId id="214748396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C1625C-CA40-F2AA-9EA9-F7BC2CE3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7454"/>
            <a:ext cx="8596668" cy="1320800"/>
          </a:xfrm>
        </p:spPr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smart parking management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6A1218-679A-B360-11BA-F59D12AE6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C56CA-4E94-C1DE-BE1F-EE3542297994}"/>
              </a:ext>
            </a:extLst>
          </p:cNvPr>
          <p:cNvSpPr/>
          <p:nvPr/>
        </p:nvSpPr>
        <p:spPr>
          <a:xfrm>
            <a:off x="693326" y="2580194"/>
            <a:ext cx="2162522" cy="1147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sensors(ultrasonic </a:t>
            </a:r>
            <a:r>
              <a:rPr lang="en-US" dirty="0" err="1"/>
              <a:t>sensors,servo</a:t>
            </a:r>
            <a:r>
              <a:rPr lang="en-US" dirty="0"/>
              <a:t> motor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49B64D2-A7A9-C460-4D42-D804CC915457}"/>
              </a:ext>
            </a:extLst>
          </p:cNvPr>
          <p:cNvSpPr/>
          <p:nvPr/>
        </p:nvSpPr>
        <p:spPr>
          <a:xfrm>
            <a:off x="2855848" y="291171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80868-2AE3-B0F4-D6A1-AA358A0EADD2}"/>
              </a:ext>
            </a:extLst>
          </p:cNvPr>
          <p:cNvSpPr/>
          <p:nvPr/>
        </p:nvSpPr>
        <p:spPr>
          <a:xfrm>
            <a:off x="3782008" y="2660266"/>
            <a:ext cx="183502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 </a:t>
            </a:r>
            <a:r>
              <a:rPr lang="en-US" dirty="0" err="1"/>
              <a:t>wifi</a:t>
            </a:r>
            <a:r>
              <a:rPr lang="en-US" dirty="0"/>
              <a:t> microcontroller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5F4F7-D484-958E-F189-355C2C044D11}"/>
              </a:ext>
            </a:extLst>
          </p:cNvPr>
          <p:cNvSpPr/>
          <p:nvPr/>
        </p:nvSpPr>
        <p:spPr>
          <a:xfrm>
            <a:off x="6572051" y="2639170"/>
            <a:ext cx="113653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Arduino ide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10FC6E0-1690-60BD-2C25-AB242C052D46}"/>
              </a:ext>
            </a:extLst>
          </p:cNvPr>
          <p:cNvSpPr/>
          <p:nvPr/>
        </p:nvSpPr>
        <p:spPr>
          <a:xfrm>
            <a:off x="5617029" y="28751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D3BDB-E543-BE04-FD2E-78975F3E6501}"/>
              </a:ext>
            </a:extLst>
          </p:cNvPr>
          <p:cNvSpPr/>
          <p:nvPr/>
        </p:nvSpPr>
        <p:spPr>
          <a:xfrm>
            <a:off x="8207360" y="2711852"/>
            <a:ext cx="2136711" cy="732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Mqtt</a:t>
            </a:r>
            <a:r>
              <a:rPr lang="en-US" dirty="0"/>
              <a:t> Broker(</a:t>
            </a:r>
            <a:r>
              <a:rPr lang="en-US" dirty="0" err="1"/>
              <a:t>Mosquitto</a:t>
            </a:r>
            <a:r>
              <a:rPr lang="en-US" dirty="0"/>
              <a:t>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5E8069F-76EB-C0E0-707F-8677467E973D}"/>
              </a:ext>
            </a:extLst>
          </p:cNvPr>
          <p:cNvSpPr/>
          <p:nvPr/>
        </p:nvSpPr>
        <p:spPr>
          <a:xfrm>
            <a:off x="7712009" y="2802353"/>
            <a:ext cx="54145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0F0DE16-5AB3-32EB-FA2C-88C40E2385B4}"/>
              </a:ext>
            </a:extLst>
          </p:cNvPr>
          <p:cNvSpPr/>
          <p:nvPr/>
        </p:nvSpPr>
        <p:spPr>
          <a:xfrm>
            <a:off x="8663604" y="3419948"/>
            <a:ext cx="484632" cy="10356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F706EC-1FC4-90CB-0522-63CE175E17B7}"/>
              </a:ext>
            </a:extLst>
          </p:cNvPr>
          <p:cNvSpPr/>
          <p:nvPr/>
        </p:nvSpPr>
        <p:spPr>
          <a:xfrm>
            <a:off x="6348826" y="4413380"/>
            <a:ext cx="331768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BRIDGE(PAHO MQTT LIBRARY)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50546A-C28C-D68A-D4DC-653466E39FFC}"/>
              </a:ext>
            </a:extLst>
          </p:cNvPr>
          <p:cNvSpPr/>
          <p:nvPr/>
        </p:nvSpPr>
        <p:spPr>
          <a:xfrm>
            <a:off x="4113941" y="4352731"/>
            <a:ext cx="1270269" cy="1035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FIREBASE REALTIME </a:t>
            </a:r>
          </a:p>
          <a:p>
            <a:pPr algn="ctr"/>
            <a:r>
              <a:rPr lang="en-US" dirty="0"/>
              <a:t>DATABASE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A728F344-AC40-C107-326E-F24B93E31530}"/>
              </a:ext>
            </a:extLst>
          </p:cNvPr>
          <p:cNvSpPr/>
          <p:nvPr/>
        </p:nvSpPr>
        <p:spPr>
          <a:xfrm>
            <a:off x="5384210" y="456569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8B745-5AB0-DE3A-06B5-C63DA7AFD29B}"/>
              </a:ext>
            </a:extLst>
          </p:cNvPr>
          <p:cNvSpPr/>
          <p:nvPr/>
        </p:nvSpPr>
        <p:spPr>
          <a:xfrm>
            <a:off x="694677" y="4189445"/>
            <a:ext cx="2440856" cy="1168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PARK POA WEB APP HOSTED BY GOOGLE FIREBASE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FCB146E8-D6AE-AC07-F0C2-5594C925AF6B}"/>
              </a:ext>
            </a:extLst>
          </p:cNvPr>
          <p:cNvSpPr/>
          <p:nvPr/>
        </p:nvSpPr>
        <p:spPr>
          <a:xfrm>
            <a:off x="3123048" y="456569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9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564C36-10EF-9437-6CF4-1D28D957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Perception layer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82D0A-1630-DAF7-E903-879F4C10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parking management system perception layer consists of ultrasonic </a:t>
            </a:r>
            <a:r>
              <a:rPr lang="en-US" dirty="0" err="1"/>
              <a:t>sensors,the</a:t>
            </a:r>
            <a:r>
              <a:rPr lang="en-US" dirty="0"/>
              <a:t> ultrasonic sensors are used to detect cars entering or leaving the parking zone which will then identify slot availability in the parking zone</a:t>
            </a:r>
          </a:p>
          <a:p>
            <a:r>
              <a:rPr lang="en-US" dirty="0"/>
              <a:t>The servo motor in the case of smart parking management system functions as an actuator it automatically closes and opens the gate based on slot </a:t>
            </a:r>
            <a:r>
              <a:rPr lang="en-US" dirty="0" err="1"/>
              <a:t>availability,if</a:t>
            </a:r>
            <a:r>
              <a:rPr lang="en-US" dirty="0"/>
              <a:t> the are no slots in the parking zone the servo motor does not trigger the gate to open</a:t>
            </a:r>
          </a:p>
        </p:txBody>
      </p:sp>
    </p:spTree>
    <p:extLst>
      <p:ext uri="{BB962C8B-B14F-4D97-AF65-F5344CB8AC3E}">
        <p14:creationId xmlns:p14="http://schemas.microsoft.com/office/powerpoint/2010/main" val="181649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1E29-679D-BBA4-7561-63E7EDC7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A28E-9F64-96E6-A0D1-39632C82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massive data collected by the ultrasonic sensor is transmitted to the Arduino ide via ESP32 </a:t>
            </a:r>
            <a:r>
              <a:rPr lang="en-US" dirty="0" err="1"/>
              <a:t>wifi</a:t>
            </a:r>
            <a:r>
              <a:rPr lang="en-US" dirty="0"/>
              <a:t> microcontroller using </a:t>
            </a:r>
            <a:r>
              <a:rPr lang="en-US" dirty="0" err="1"/>
              <a:t>wifi,Arduino</a:t>
            </a:r>
            <a:r>
              <a:rPr lang="en-US" dirty="0"/>
              <a:t> ide publishes topics  to </a:t>
            </a:r>
            <a:r>
              <a:rPr lang="en-US" dirty="0" err="1"/>
              <a:t>mosquitto</a:t>
            </a:r>
            <a:r>
              <a:rPr lang="en-US" dirty="0"/>
              <a:t> </a:t>
            </a:r>
            <a:r>
              <a:rPr lang="en-US" dirty="0" err="1"/>
              <a:t>mqtt</a:t>
            </a:r>
            <a:r>
              <a:rPr lang="en-US" dirty="0"/>
              <a:t> </a:t>
            </a:r>
            <a:r>
              <a:rPr lang="en-US" dirty="0" err="1"/>
              <a:t>broker,the</a:t>
            </a:r>
            <a:r>
              <a:rPr lang="en-US" dirty="0"/>
              <a:t> python bridge then subscribes to the topics published in the </a:t>
            </a:r>
            <a:r>
              <a:rPr lang="en-US" dirty="0" err="1"/>
              <a:t>mqtt</a:t>
            </a:r>
            <a:r>
              <a:rPr lang="en-US" dirty="0"/>
              <a:t> mosquito broker</a:t>
            </a:r>
          </a:p>
          <a:p>
            <a:r>
              <a:rPr lang="en-US" u="sng" dirty="0"/>
              <a:t>Topics used in the project</a:t>
            </a:r>
          </a:p>
          <a:p>
            <a:pPr marL="0" indent="0">
              <a:buNone/>
            </a:pPr>
            <a:r>
              <a:rPr lang="en-US" dirty="0"/>
              <a:t>Available slots</a:t>
            </a:r>
          </a:p>
          <a:p>
            <a:pPr marL="0" indent="0">
              <a:buNone/>
            </a:pPr>
            <a:r>
              <a:rPr lang="en-US" dirty="0"/>
              <a:t>Slots occupied</a:t>
            </a:r>
          </a:p>
          <a:p>
            <a:pPr marL="0" indent="0">
              <a:buNone/>
            </a:pPr>
            <a:r>
              <a:rPr lang="en-US" dirty="0"/>
              <a:t>Gate status</a:t>
            </a:r>
          </a:p>
          <a:p>
            <a:pPr marL="0" indent="0">
              <a:buNone/>
            </a:pPr>
            <a:r>
              <a:rPr lang="en-US" dirty="0"/>
              <a:t>Total slots</a:t>
            </a:r>
          </a:p>
        </p:txBody>
      </p:sp>
    </p:spTree>
    <p:extLst>
      <p:ext uri="{BB962C8B-B14F-4D97-AF65-F5344CB8AC3E}">
        <p14:creationId xmlns:p14="http://schemas.microsoft.com/office/powerpoint/2010/main" val="265445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96D5-8682-6CB9-C255-6CCE202C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management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779F-03F8-0DFE-343F-B13AC07D2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consists of the python bridge which bridges the mosquito </a:t>
            </a:r>
            <a:r>
              <a:rPr lang="en-US" dirty="0" err="1"/>
              <a:t>mqtt</a:t>
            </a:r>
            <a:r>
              <a:rPr lang="en-US" dirty="0"/>
              <a:t> broker with google firebase real time database cloud platform hosted remotely in </a:t>
            </a:r>
            <a:r>
              <a:rPr lang="en-US" dirty="0" err="1"/>
              <a:t>asia.the</a:t>
            </a:r>
            <a:r>
              <a:rPr lang="en-US" dirty="0"/>
              <a:t> </a:t>
            </a:r>
            <a:r>
              <a:rPr lang="en-US" dirty="0" err="1"/>
              <a:t>realtime</a:t>
            </a:r>
            <a:r>
              <a:rPr lang="en-US" dirty="0"/>
              <a:t> database updates the slots depending on the data acquired by collected by the ultrasonic sensors</a:t>
            </a:r>
          </a:p>
          <a:p>
            <a:r>
              <a:rPr lang="en-US" dirty="0"/>
              <a:t>In addition to processing the data acquired the google firebase also provides storage mechanism for the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58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2A92-9B69-C890-A793-8BF304CB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firebase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A6DAD-0C55-1DF4-2791-DE7EDA765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413" y="2160588"/>
            <a:ext cx="6701211" cy="3881437"/>
          </a:xfrm>
        </p:spPr>
      </p:pic>
    </p:spTree>
    <p:extLst>
      <p:ext uri="{BB962C8B-B14F-4D97-AF65-F5344CB8AC3E}">
        <p14:creationId xmlns:p14="http://schemas.microsoft.com/office/powerpoint/2010/main" val="424531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9FC8A-FE5C-485D-E1DF-122DD1DA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258C-0CCA-CC66-11BE-6ABD9DE4E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 of a web app hosted by google </a:t>
            </a:r>
            <a:r>
              <a:rPr lang="en-US" dirty="0" err="1"/>
              <a:t>firebase.the</a:t>
            </a:r>
            <a:r>
              <a:rPr lang="en-US" dirty="0"/>
              <a:t> web app enables drivers to get an update of the slot status in the parking zone therefore preventing unwanted congestion.</a:t>
            </a:r>
          </a:p>
        </p:txBody>
      </p:sp>
    </p:spTree>
    <p:extLst>
      <p:ext uri="{BB962C8B-B14F-4D97-AF65-F5344CB8AC3E}">
        <p14:creationId xmlns:p14="http://schemas.microsoft.com/office/powerpoint/2010/main" val="49974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99F48-9160-4B00-2791-81B0D63B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298580"/>
            <a:ext cx="11420669" cy="649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7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0793-7DCA-C3F5-92B6-9F648D32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prototype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5F38A7-C0F3-D7D7-730F-1AFE5FBFA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5" y="1427584"/>
            <a:ext cx="7272348" cy="5309118"/>
          </a:xfrm>
        </p:spPr>
      </p:pic>
    </p:spTree>
    <p:extLst>
      <p:ext uri="{BB962C8B-B14F-4D97-AF65-F5344CB8AC3E}">
        <p14:creationId xmlns:p14="http://schemas.microsoft.com/office/powerpoint/2010/main" val="20195148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287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Iot smart parking management system</vt:lpstr>
      <vt:lpstr>Perception layer</vt:lpstr>
      <vt:lpstr>Network layer </vt:lpstr>
      <vt:lpstr>Service management layer</vt:lpstr>
      <vt:lpstr>Google firebase</vt:lpstr>
      <vt:lpstr>Application layer </vt:lpstr>
      <vt:lpstr>PowerPoint Presentation</vt:lpstr>
      <vt:lpstr>Project prototype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BENSON KAROBIA</dc:creator>
  <cp:lastModifiedBy>BENSON KAROBIA</cp:lastModifiedBy>
  <cp:revision>1</cp:revision>
  <dcterms:created xsi:type="dcterms:W3CDTF">2026-02-23T09:57:15Z</dcterms:created>
  <dcterms:modified xsi:type="dcterms:W3CDTF">2026-02-23T11:35:59Z</dcterms:modified>
</cp:coreProperties>
</file>